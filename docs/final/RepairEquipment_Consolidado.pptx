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Endpoints por Modulo de Ruta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Endpoints por Modulo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Ordenes</c:v>
                  </c:pt>
                  <c:pt idx="1">
                    <c:v>Clientes</c:v>
                  </c:pt>
                  <c:pt idx="2">
                    <c:v>Usuarios</c:v>
                  </c:pt>
                  <c:pt idx="3">
                    <c:v>Grupos</c:v>
                  </c:pt>
                  <c:pt idx="4">
                    <c:v>Equipos</c:v>
                  </c:pt>
                  <c:pt idx="5">
                    <c:v>Tecnicos</c:v>
                  </c:pt>
                  <c:pt idx="6">
                    <c:v>Reglas</c:v>
                  </c:pt>
                  <c:pt idx="7">
                    <c:v>Auth</c:v>
                  </c:pt>
                  <c:pt idx="8">
                    <c:v>Catalog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</c:v>
                </c:pt>
                <c:pt idx="1">
                  <c:v>7</c:v>
                </c:pt>
                <c:pt idx="2">
                  <c:v>6</c:v>
                </c:pt>
                <c:pt idx="3">
                  <c:v>7</c:v>
                </c:pt>
                <c:pt idx="4">
                  <c:v>5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4A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548640" cy="5486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73152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RepairEquipment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Tecnico del Proyecto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05840" y="3200400"/>
            <a:ext cx="1645920" cy="365760"/>
          </a:xfrm>
          <a:prstGeom prst="rect">
            <a:avLst/>
          </a:prstGeom>
          <a:solidFill>
            <a:srgbClr val="4A90D9">
              <a:alpha val="3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0584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834640" y="3200400"/>
            <a:ext cx="1645920" cy="365760"/>
          </a:xfrm>
          <a:prstGeom prst="rect">
            <a:avLst/>
          </a:prstGeom>
          <a:solidFill>
            <a:srgbClr val="4A90D9">
              <a:alpha val="3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83464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3200400"/>
            <a:ext cx="1645920" cy="365760"/>
          </a:xfrm>
          <a:prstGeom prst="rect">
            <a:avLst/>
          </a:prstGeom>
          <a:solidFill>
            <a:srgbClr val="4A90D9">
              <a:alpha val="3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6344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92240" y="3200400"/>
            <a:ext cx="1645920" cy="365760"/>
          </a:xfrm>
          <a:prstGeom prst="rect">
            <a:avLst/>
          </a:prstGeom>
          <a:solidFill>
            <a:srgbClr val="4A90D9">
              <a:alpha val="3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940" y="38404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384048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97180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660" y="384048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0916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384048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44652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 | Full Stack Developer Skill Map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Full Stack - Skill 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aplicadas en RepairEquipment inspiradas en el Full Stack Developer Skill 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920240" cy="50292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6128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097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1645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Hooks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(bundler)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(App.css)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components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calls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60320" y="109728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1097280"/>
            <a:ext cx="1920240" cy="502920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16128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1097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97480" y="1737360"/>
            <a:ext cx="1645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(JSON)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chain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habilitado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 (import)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63440" y="109728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097280"/>
            <a:ext cx="1920240" cy="502920"/>
          </a:xfrm>
          <a:prstGeom prst="rect">
            <a:avLst/>
          </a:prstGeom>
          <a:solidFill>
            <a:srgbClr val="1B998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16128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20640" y="1097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800600" y="1737360"/>
            <a:ext cx="1645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(TallerBD)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tablas relacionales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mysql2/promise pool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FK, UK constraints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+ utf8mb4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SQL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766560" y="1097280"/>
            <a:ext cx="19202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66560" y="1097280"/>
            <a:ext cx="1920240" cy="50292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16128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1097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903720" y="1737360"/>
            <a:ext cx="1645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(jsonwebtoken)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(hashing)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 (RBAC)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authRequired guard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requireRole / Any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8h expiry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Datos - TallerBD (MySQL 8)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tablas  |  InnoDB  |  utf8mb4_unicode_ci  |  Foreign Keys + Unique constraints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645920"/>
                <a:gridCol w="475488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Columnas principales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roles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nombre, descripcion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usuarios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rol_id, cliente_id, nombre, apellido, email, password_hash, activo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clientes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nombre, apellido, documento, telefono, email, direccion, ciudad, notas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tecnicos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nombre, apellido, telefono, email, especialidad, activo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equipos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cliente_id, tipo_id, marca, modelo, serie, color, accesorios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ordenes_servicio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codigo, cliente_id, equipo_id, tecnico_id, grupo_id, estado_id, falla, costos, saldo, pagado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ordenes_historial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orden_id, estado_id, usuario_id, comentario, fecha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E44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pagos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orden_id, cliente_id, usuario_id, metodo, valor, referencia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Finanzas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estados_orden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nombre, orden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tipos_equipo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nombre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grupos_responsables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nombre, descripcion, activo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tecnico_grupos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tecnico_id, grupo_id (PK compuesta)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reglas_asignacion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palabras_clave, grupo_id, tecnico_id, prioridad, activo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 de Rutas API - Backend Express 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URL: /api  |  Todos los endpoints protegidos con JWT  |  Formato JSON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402336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 de Rutas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Prefijo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8A8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auth.routes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/api/auth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/login  |  POST /register-cliente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99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catalog.routes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/estados  |  GET /tipos-equipo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90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clientes.routes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/api/clientes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 |  GET /:id  |  POST /  |  PUT /:id  |  DELETE /:id  |  GET /me  |  PUT /me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Admin, Tec, Rec, Cli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90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equipos.routes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/api/equipos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 |  GET /:id  |  POST /  |  PUT /:id  |  DELETE /:id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Admin, Tec, Rec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ordenes.routes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/api/ordenes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+ PATCH /estado + /asignar + /sugerencias + /asignar-sugerido + /factura + /pagos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Multi-rol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E44A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grupos.routes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/api/grupos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+ POST /tecnicos/:id/grupos  |  DELETE /tecnicos/:id/grupos/:grupoId  |  GET /:id/tecnicos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reglas.routes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/api/reglas-asignacion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 |  POST /  |  PUT /:id  |  DELETE /:id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A90D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tecnicos.routes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/api/tecnicos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 |  POST /  |  PUT /:id  |  DELETE /:id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Admin, Tec, Rec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E44A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usuarios.routes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/api/usuarios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 |  GET /roles  |  POST /  |  PUT /:id  |  PUT /:id/password  |  DELETE /:id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9 archivos de rutas  |  ~45 endpoints  |  Middleware: authRequired + requireRole/requireAnyRole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Detalle de Rutas: Ordenes de Servicio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modulo mas complejo del sistema - 16 endpoints con logica de negocio avanzada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347472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7AE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/ordenes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ordenes (JOIN 4 tablas)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Admin/Tec/Rec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7AE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/ordenes/:id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 + historial de estados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Admin/Tec/Rec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/ordenes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orden + auto-historial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Admin/Tec/Rec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8A8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/ordenes/:id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Editar orden completa + sync estado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Admin/Tec/Rec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8E44A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PATCH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/ordenes/:id/estado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Cambiar estado + registrar historial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Admin/Tec/Rec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74C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/ordenes/:id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(solo sin pagos)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/ordenes/:id/asignar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Asignar grupo/tecnico manual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7AE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/ordenes/:id/sugerencias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de reglas (palabras clave)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/ordenes/:id/asignar-sugerido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Asignacion automatica por reglas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7AE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/mis-ordenes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Ordenes del cliente autenticado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7AE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/mis-ordenes/:id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 + pagos del cliente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7AE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/mis-ordenes/:id/factura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Generar PDF factura (si pagado)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7AE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/ordenes/:id/factura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 admin (PDF binario)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Admin/Rec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E86A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/ordenes/:id/pagos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pago + recalcular saldo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7AE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/ordenes/:id/pagos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pagos de una orden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7AE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/pagos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Listado global pagos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Admin/Rec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Controladores Backend - Capa de Logica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controladores  |  Patron: Route -&gt; Middleware -&gt; Controller -&gt; DB (pool.query)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42062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784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9144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auth.controller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560320" y="9144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registerCliente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0" y="9144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sign, bcrypt compare/hash, crea cliente+usuario en registro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65760" y="1362456"/>
            <a:ext cx="8412480" cy="42062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" y="1362456"/>
            <a:ext cx="54864" cy="42062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2646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" y="13624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catalog.controller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560320" y="13624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getEstados, getTiposEquipo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120640" y="13624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Catalogos estaticos (estados_orden, tipos_equipo)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365760" y="1810512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365760" y="1810512"/>
            <a:ext cx="54864" cy="42062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2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181051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clientes.controller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560320" y="181051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get, create, update, delete, getMiPerfil, updateMiPerfil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120640" y="181051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+ perfil propio del cliente. Sync usuario&lt;-&gt;cliente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365760" y="2258568"/>
            <a:ext cx="8412480" cy="42062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4" name="Shape 19"/>
          <p:cNvSpPr/>
          <p:nvPr/>
        </p:nvSpPr>
        <p:spPr>
          <a:xfrm>
            <a:off x="365760" y="2258568"/>
            <a:ext cx="54864" cy="42062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322576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8680" y="22585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equipos.controller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2560320" y="2258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get, create, update, delete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5120640" y="22585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equipos con JOIN clientes+tipos. Validacion serie unica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365760" y="2706624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4"/>
          <p:cNvSpPr/>
          <p:nvPr/>
        </p:nvSpPr>
        <p:spPr>
          <a:xfrm>
            <a:off x="365760" y="2706624"/>
            <a:ext cx="54864" cy="42062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77063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68680" y="27066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ordenes.controller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2560320" y="270662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funciones exportadas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5120640" y="270662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estados + asignacion + sugerencias + pagos + factura PDF</a:t>
            </a:r>
            <a:endParaRPr lang="en-US" sz="750" dirty="0"/>
          </a:p>
        </p:txBody>
      </p:sp>
      <p:sp>
        <p:nvSpPr>
          <p:cNvPr id="35" name="Shape 28"/>
          <p:cNvSpPr/>
          <p:nvPr/>
        </p:nvSpPr>
        <p:spPr>
          <a:xfrm>
            <a:off x="365760" y="3154680"/>
            <a:ext cx="8412480" cy="42062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6" name="Shape 29"/>
          <p:cNvSpPr/>
          <p:nvPr/>
        </p:nvSpPr>
        <p:spPr>
          <a:xfrm>
            <a:off x="365760" y="3154680"/>
            <a:ext cx="54864" cy="42062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218688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68680" y="31546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grupos.controller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2560320" y="315468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addTecnico, removeTecnico, listTecnicos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5120640" y="31546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grupos responsables y relacion N:M tecnico_grupos</a:t>
            </a:r>
            <a:endParaRPr lang="en-US" sz="750" dirty="0"/>
          </a:p>
        </p:txBody>
      </p:sp>
      <p:sp>
        <p:nvSpPr>
          <p:cNvPr id="41" name="Shape 33"/>
          <p:cNvSpPr/>
          <p:nvPr/>
        </p:nvSpPr>
        <p:spPr>
          <a:xfrm>
            <a:off x="365760" y="3602736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4"/>
          <p:cNvSpPr/>
          <p:nvPr/>
        </p:nvSpPr>
        <p:spPr>
          <a:xfrm>
            <a:off x="365760" y="3602736"/>
            <a:ext cx="54864" cy="42062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666744"/>
            <a:ext cx="274320" cy="27432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868680" y="36027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reglas.controller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2560320" y="360273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create, update, delete</a:t>
            </a:r>
            <a:endParaRPr lang="en-US" sz="800" dirty="0"/>
          </a:p>
        </p:txBody>
      </p:sp>
      <p:sp>
        <p:nvSpPr>
          <p:cNvPr id="46" name="Text 37"/>
          <p:cNvSpPr/>
          <p:nvPr/>
        </p:nvSpPr>
        <p:spPr>
          <a:xfrm>
            <a:off x="5120640" y="36027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reglas de asignacion por palabras clave con prioridad</a:t>
            </a:r>
            <a:endParaRPr lang="en-US" sz="750" dirty="0"/>
          </a:p>
        </p:txBody>
      </p:sp>
      <p:sp>
        <p:nvSpPr>
          <p:cNvPr id="47" name="Shape 38"/>
          <p:cNvSpPr/>
          <p:nvPr/>
        </p:nvSpPr>
        <p:spPr>
          <a:xfrm>
            <a:off x="365760" y="4050792"/>
            <a:ext cx="8412480" cy="42062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8" name="Shape 39"/>
          <p:cNvSpPr/>
          <p:nvPr/>
        </p:nvSpPr>
        <p:spPr>
          <a:xfrm>
            <a:off x="365760" y="4050792"/>
            <a:ext cx="54864" cy="42062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4114800"/>
            <a:ext cx="274320" cy="27432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868680" y="405079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tecnicos.controller</a:t>
            </a:r>
            <a:endParaRPr lang="en-US" sz="900" dirty="0"/>
          </a:p>
        </p:txBody>
      </p:sp>
      <p:sp>
        <p:nvSpPr>
          <p:cNvPr id="51" name="Text 41"/>
          <p:cNvSpPr/>
          <p:nvPr/>
        </p:nvSpPr>
        <p:spPr>
          <a:xfrm>
            <a:off x="2560320" y="40507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create, update, delete</a:t>
            </a:r>
            <a:endParaRPr lang="en-US" sz="800" dirty="0"/>
          </a:p>
        </p:txBody>
      </p:sp>
      <p:sp>
        <p:nvSpPr>
          <p:cNvPr id="52" name="Text 42"/>
          <p:cNvSpPr/>
          <p:nvPr/>
        </p:nvSpPr>
        <p:spPr>
          <a:xfrm>
            <a:off x="5120640" y="40507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tecnicos con especialidad y estado activo/inactivo</a:t>
            </a:r>
            <a:endParaRPr lang="en-US" sz="750" dirty="0"/>
          </a:p>
        </p:txBody>
      </p:sp>
      <p:sp>
        <p:nvSpPr>
          <p:cNvPr id="53" name="Shape 43"/>
          <p:cNvSpPr/>
          <p:nvPr/>
        </p:nvSpPr>
        <p:spPr>
          <a:xfrm>
            <a:off x="365760" y="4498848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44"/>
          <p:cNvSpPr/>
          <p:nvPr/>
        </p:nvSpPr>
        <p:spPr>
          <a:xfrm>
            <a:off x="365760" y="4498848"/>
            <a:ext cx="54864" cy="42062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4562856"/>
            <a:ext cx="274320" cy="274320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868680" y="44988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usuarios.controller</a:t>
            </a:r>
            <a:endParaRPr lang="en-US" sz="900" dirty="0"/>
          </a:p>
        </p:txBody>
      </p:sp>
      <p:sp>
        <p:nvSpPr>
          <p:cNvPr id="57" name="Text 46"/>
          <p:cNvSpPr/>
          <p:nvPr/>
        </p:nvSpPr>
        <p:spPr>
          <a:xfrm>
            <a:off x="2560320" y="44988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listRoles, create, update, resetPass, delete</a:t>
            </a:r>
            <a:endParaRPr lang="en-US" sz="800" dirty="0"/>
          </a:p>
        </p:txBody>
      </p:sp>
      <p:sp>
        <p:nvSpPr>
          <p:cNvPr id="58" name="Text 47"/>
          <p:cNvSpPr/>
          <p:nvPr/>
        </p:nvSpPr>
        <p:spPr>
          <a:xfrm>
            <a:off x="5120640" y="44988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completa. Safeguards admin. Sync cliente/tecnico automatico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de Datos: Frontend -&gt; Backend -&gt; MySQL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474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777240"/>
          </a:xfrm>
          <a:prstGeom prst="rect">
            <a:avLst/>
          </a:prstGeom>
          <a:solidFill>
            <a:srgbClr val="61DA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9844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0972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Component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(useState, useEffect)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103120" y="1874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3474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057400"/>
            <a:ext cx="54864" cy="77724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5856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0574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fetch('/api/...',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 Authorization: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'Bearer ' + token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103120" y="2834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3474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017520"/>
            <a:ext cx="54864" cy="777240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1868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0175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 Router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auth.routes.js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ordenes.routes.js ...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103120" y="3794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474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3977640"/>
            <a:ext cx="54864" cy="77724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7880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39776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 Chain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authRequired()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requireRole()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114800" y="2560320"/>
            <a:ext cx="6400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4937760" y="109728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937760" y="1097280"/>
            <a:ext cx="54864" cy="777240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298448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10972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Function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ordenes.controller.js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(logica de negocio)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6583680" y="1874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4937760" y="205740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937760" y="2057400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258568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32120" y="20574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pool.query(SQL)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mysql2/promise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pool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6583680" y="2834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4937760" y="301752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937760" y="3017520"/>
            <a:ext cx="54864" cy="7772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218688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53212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TallerBD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tablas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JOIN, FK, Triggers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6583680" y="3794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4937760" y="397764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937760" y="3977640"/>
            <a:ext cx="54864" cy="77724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4178808"/>
            <a:ext cx="320040" cy="32004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532120" y="3977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Response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res.json(data)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res.status(201)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Autenticacion y Sistema de Roles (RBAC)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68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JWT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POST /api/auth/login (email + password)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bcrypt.compare(password, hash)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72821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jwt.sign({ id, rol, email }, secret, 8h)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97510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Token en localStorage del frontend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22199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fetch headers: Authorization: Bearer &lt;token&gt;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jwt.verify() en middleware authRequired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71576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req.user = { id, rol, email, cliente_id }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Roles del Sistema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73152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280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444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total: CRUD completo, usuarios, reglas, grupos, pagos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9160" y="1737360"/>
            <a:ext cx="73152" cy="3657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737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901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clientes, equipos, ordenes. Gestiona pagos y facturas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09160" y="2194560"/>
            <a:ext cx="73152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194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359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ordenes asignadas, actualiza estado, diagnostico, observaciones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2651760"/>
            <a:ext cx="73152" cy="3657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651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816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sus ordenes, paga online, descarga factura PDF, edita perfil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3429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Middleware de Seguridad (auth.js)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3840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authRequired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88920" y="38404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Bearer token del header, verifica con jwt.verify(), inyecta req.user con payload del JWT. Retorna 401 si ausente o invalido.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0080" y="4187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requireRole(roleName)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88920" y="41879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req.user.rol === roleName. Retorna 403 si no coincide. Usado en rutas exclusivas: Admin, Cliente.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0080" y="45354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requireAnyRole([roles])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88920" y="453542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req.user.rol esta incluido en el array. Usado en rutas compartidas: [Admin, Tecnico, Recepcion].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React - Vistas y Componentes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 |  Sin React Router (state-based navigation)  |  CSS custom modular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685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042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auth/views/LoginView.jsx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registro cliente. Envia POST /api/auth/login, guarda token en localStorage.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83080"/>
            <a:ext cx="73152" cy="685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19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AdminDashboard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1819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admin/views/AdminDashboard.jsx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2103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principal admin. State machine para 9 secciones: Overview, Ordenes, Clientes, Equipos, Tecnicos, Grupos, Reglas, Pagos, Usuarios.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60320"/>
            <a:ext cx="73152" cy="6858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596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RecepcionDashboard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2596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recepcion/views/RecepcionDashboard.jsx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2880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recepcion: crear ordenes, registrar clientes/equipos, gestionar pagos. Reutiliza componentes admin.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37560"/>
            <a:ext cx="73152" cy="6858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TecnicoDashboard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3374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tecnico/views/TecnicoDashboard.jsx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Ordenes asignadas al tecnico. Modal para actualizar estado, diagnostico y observaciones.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14800"/>
            <a:ext cx="73152" cy="685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151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17520" y="4151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cliente/views/ClienteDashboard.jsx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ordenes, detalle completo, sistema de pagos con tarjeta (simulado), descarga factura PDF.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Sections: OverviewSection, OrdenesSection, ClientesSection, EquiposSection, TecnicosSection, GruposSection, ReglasSection, PagosSection, UsuariosSection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el Frontend Llama al Backend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Fetch API nativo con async/await  |  Token JWT en Authorization header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- Cargar datos (useEffect)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 = await fetch(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 + '/ordenes',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headers: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Authorization: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`Bearer ${token}`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data = await res.json();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- Crear registro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 = await fetch(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 + '/ordenes',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method: 'POST',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headers: {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'Content-Type':'application/json',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Authorization: `Bearer ${token}`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JSON.stringify(formData)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175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de State Management en AdminDashboard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para cada entidad: ordenes, clientes, equipos, tecnicos, grupos, reglas, pagos, usuarios, roles, estados, tipos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dispara loadData() al montar componente - carga TODAS las listas en paralelo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seccion (OrdenesSection, ClientesSection...) recibe datos via props desde AdminDashboard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Modals para edicion: editOrden, editCliente... controlados con useState(null) / setState(record)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Navegacion interna con view state: setView('ordenes') renderiza &lt;OrdenesSection /&gt; condicionalmente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locales: ordenSearch, ordenEstado, ordenTecnico aplicados con useMemo para rendimiento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Funcionalidades Avanzadas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73152" cy="914400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326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 de Reglas de Asignacion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1887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que analiza falla_reportada + diagnostico + observaciones, normaliza texto (lowercase, sin acentos), y compara contra palabras_clave de reglas activas ordenadas por prioridad. Sugiere grupo y tecnico automaticamente.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847088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847088"/>
            <a:ext cx="73152" cy="91440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5681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8928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Generacion de Factura PDF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88720" y="22128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buildInvoicePdf() genera un PDF binario desde cero sin librerias externas. Estructura con operadores PDF: fonts Helvetica/Bold, rectangulos, texto posicionado. Incluye datos cliente, equipo, resumen economico y tabla de pagos.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2871216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871216"/>
            <a:ext cx="73152" cy="91440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8094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9169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Pagos con Saldo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88720" y="323697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parciales o totales. Cada pago recalcula saldo = costo_final - SUM(pagos). Cuando saldo llega a 0, marca pagado=1 automaticamente. Validaciones: orden en estado Listo/Entregado, valor &lt;= saldo pendiente.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57200" y="3895344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895344"/>
            <a:ext cx="73152" cy="91440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0507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94106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 Automatico Usuario-Cliente-Tecnico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188720" y="426110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crear/editar usuario con rol Cliente, se crea/actualiza registro en tabla clientes. Si rol es Tecnico, sincroniza tabla tecnicos. Safeguards: no puede eliminarse ultimo admin, no auto-degradarse.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Metricas del Proyecto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5780" y="914400"/>
            <a:ext cx="12344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5780" y="914400"/>
            <a:ext cx="1234440" cy="457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525780" y="1051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25780" y="1554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MySQL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97380" y="914400"/>
            <a:ext cx="12344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97380" y="914400"/>
            <a:ext cx="123444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1897380" y="1051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897380" y="1554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68980" y="914400"/>
            <a:ext cx="12344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8980" y="914400"/>
            <a:ext cx="1234440" cy="457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4" name="Text 12"/>
          <p:cNvSpPr/>
          <p:nvPr/>
        </p:nvSpPr>
        <p:spPr>
          <a:xfrm>
            <a:off x="3268980" y="1051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68980" y="1554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40580" y="914400"/>
            <a:ext cx="12344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0580" y="914400"/>
            <a:ext cx="1234440" cy="457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4640580" y="1051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40580" y="1554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RBAC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12180" y="914400"/>
            <a:ext cx="12344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12180" y="914400"/>
            <a:ext cx="123444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6012180" y="1051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012180" y="1554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 Rutas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83780" y="914400"/>
            <a:ext cx="12344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83780" y="914400"/>
            <a:ext cx="123444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7383780" y="1051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7383780" y="15544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Frontend</a:t>
            </a:r>
            <a:endParaRPr lang="en-US" sz="10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731520" y="2194560"/>
          <a:ext cx="76809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secciones admin  |  16 modals/forms  |  Factura PDF sin librerias  |  Motor de reglas inteligente  |  Pagos parciales con saldo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097280"/>
            <a:ext cx="548640" cy="5486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9728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RepairEquipment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Full Stack de Gestion de Reparacion de Equipos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Express 5 + MySQL 8 + JWT RBAC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tecnico - Marzo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RepairEquipment - Consolidado Técnico del Proyecto</dc:title>
  <dc:subject>PptxGenJS Presentation</dc:subject>
  <dc:creator>Zer0 / RepairEquipment</dc:creator>
  <cp:lastModifiedBy>Zer0 / RepairEquipment</cp:lastModifiedBy>
  <cp:revision>1</cp:revision>
  <dcterms:created xsi:type="dcterms:W3CDTF">2026-03-03T21:54:22Z</dcterms:created>
  <dcterms:modified xsi:type="dcterms:W3CDTF">2026-03-03T21:54:22Z</dcterms:modified>
</cp:coreProperties>
</file>